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2880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8366760" y="155448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1554480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DeepSeek-VL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155448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1554480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 Vision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66760" y="347472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3474720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Qwen2.5-VL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966960" y="347472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3474720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143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VISION-LANGUAGE MODEL · 모델 선정 연구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73736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서비스를 위한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비교 및 선정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디자인 미학을 이해하는 멀티모달 모델은 무엇인가?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DeepSeek-VL · Llama Vision · Qwen2.5-VL · GPT-5.5 비교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· Hyunmin Han</a:t>
            </a:r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|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BACKGROUND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VLM이란? 그리고 우리 서비스에서의 역할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D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🖼️ 이미지 입력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/ 레퍼런스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566160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👁️ VLM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보고(see) + 추론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📝 텍스트 출력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비평 / 점수 / 설명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2286000"/>
            <a:ext cx="2240280" cy="1188720"/>
          </a:xfrm>
          <a:prstGeom prst="roundRect">
            <a:avLst>
              <a:gd name="adj" fmla="val 769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서비스 적용 지점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2697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art_director (디자인 비평)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레퍼런스 45종 분석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한국어 텍스트 OCR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10561320" cy="1828800"/>
          </a:xfrm>
          <a:prstGeom prst="roundRect">
            <a:avLst>
              <a:gd name="adj" fmla="val 5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질문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526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"한국어 디자인의 미학(aesthetics)을 판단하고, 이미지 속 한글 카피를 정확히 읽어내는 VLM은 무엇인가?"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서비스는 OpenAI GPT-5.5 비전을 사용 중 → 비용·통제·한국어 특화 관점에서 대안을 비교한다.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 발표 · AI 카드뉴스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EVALUATION CRITERIA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기준으로 비교하는가 — 6대 평가 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91440" cy="1600200"/>
          </a:xfrm>
          <a:prstGeom prst="rect">
            <a:avLst/>
          </a:prstGeom>
          <a:solidFill>
            <a:srgbClr val="5B9DF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048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OCR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404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9D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속 한글 카피를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읽는 능력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2402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240280"/>
            <a:ext cx="91440" cy="1600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4048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미적 판단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2404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디자인이 '아름다운지'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수준 비평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22402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2240280"/>
            <a:ext cx="91440" cy="1600200"/>
          </a:xfrm>
          <a:prstGeom prst="rect">
            <a:avLst/>
          </a:prstGeom>
          <a:solidFill>
            <a:srgbClr val="5AD1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048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 용이성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2404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LoRA 등으로 우리 데이터에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맞춰 학습 가능한가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069080"/>
            <a:ext cx="91440" cy="16002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233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라이선스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97280" y="4233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709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상업적 사용 자유도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(SaaS 배포 가능)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89120" y="40690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069080"/>
            <a:ext cx="91440" cy="1600200"/>
          </a:xfrm>
          <a:prstGeom prst="rect">
            <a:avLst/>
          </a:prstGeom>
          <a:solidFill>
            <a:srgbClr val="F4C152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4233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/ 호스팅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63440" y="4233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C1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4709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 단가와 셀프호스팅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955280" y="40690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4069080"/>
            <a:ext cx="91440" cy="1600200"/>
          </a:xfrm>
          <a:prstGeom prst="rect">
            <a:avLst/>
          </a:prstGeom>
          <a:solidFill>
            <a:srgbClr val="FFB088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4233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생태계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229600" y="4233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4709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도구·문서·커뮤니티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성숙도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가중치(%)는 카드뉴스 서비스 특성상 '한국어 텍스트 + 디자인 판단'에 집중하여 설정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 발표 · AI 카드뉴스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CANDIDATES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모델 4종 개요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91440" cy="841248"/>
          </a:xfrm>
          <a:prstGeom prst="rect">
            <a:avLst/>
          </a:prstGeom>
          <a:solidFill>
            <a:srgbClr val="5B9DF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04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DeepSeek-VL2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9D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"dipstick"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2450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(MIT)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228600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강력한 OCR·문서 이해. 이미지 속 텍스트·차트에 강점. 개방적 라이선스.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154680"/>
            <a:ext cx="91440" cy="841248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 3.2 Vision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11B / 90B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3410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(제한적)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324612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Meta. 거대한 생태계·풍부한 도구. 단, 한국어 OCR 약함 + 라이선스 제약.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11480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114800"/>
            <a:ext cx="91440" cy="841248"/>
          </a:xfrm>
          <a:prstGeom prst="rect">
            <a:avLst/>
          </a:prstGeom>
          <a:solidFill>
            <a:srgbClr val="5AD1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224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Qwen2.5-VL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97280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D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7B / 72B  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4370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(Apache-2.0)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420624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현존 최강 오픈 OCR + 한국어 + 문서/디자인 이해. 자유로운 라이선스.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07492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074920"/>
            <a:ext cx="91440" cy="84124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184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GPT-5.5 (현재)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97280" y="5550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53309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상용 API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0" y="516636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미적 '취향' 판단 최강. 단, 폐쇄형·종량 과금·셀프호스팅 불가.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 발표 · AI 카드뉴스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COMPARISON MATRIX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매트릭스 — 점수 비교 (5점 만점)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6132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 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DeepSeek-VL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Llama Vision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Qwen2.5-VL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GPT-5.5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한국어 OCR (30%)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72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미적 판단 (25%)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C15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C15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파인튜닝 용이성 (15%)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72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라이선스 (10%)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C15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72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/ 호스팅 (10%)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72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생태계 (10%)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C15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 합산 점수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3.05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색상: 초록=우수(5) · 주황=양호(4) · 노랑=보통(3) · 빨강=취약(≤2)   |   Qwen2.5-VL이 가중 합산 4.55로 최고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 발표 · AI 카드뉴스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FINE-TUNING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모델을 우리 데이터로 학습시키는 법 — LoRA + 증류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🧑‍🏫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9D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데이터 생성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GPT-5.5가 카드를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평가·라벨링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'지식 증류'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54680" y="29260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20440" y="228600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학습 (LoRA)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3832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모델의 ~1%만 학습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RTX 4090 1장(24GB)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LLaMA-Factory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52160" y="29260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호스팅·서빙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3832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Vercel=GPU 없음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API로 호출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Replicate / Modal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49640" y="29260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915400" y="228600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💰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91540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C1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52560" y="33832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모델의 행동을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복제한 작고 저렴한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모델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4434840"/>
            <a:ext cx="10561320" cy="1417320"/>
          </a:xfrm>
          <a:prstGeom prst="roundRect">
            <a:avLst>
              <a:gd name="adj" fmla="val 645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❓ 정말 파인튜닝이 필요한가?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937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RAG(45개 템플릿 few-shot)가 구축됨 → RAG + 프롬프트 개선으로 약 80% 해결 가능. 파인튜닝은 (a) 일관된 평가 루브릭, (b) 비용 절감(큰 모델→작은 모델)이 필요할 때 선택한다.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 발표 · AI 카드뉴스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DECISION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선정 — Qwen2.5-VL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561320" cy="1188720"/>
          </a:xfrm>
          <a:prstGeom prst="roundRect">
            <a:avLst>
              <a:gd name="adj" fmla="val 9231"/>
            </a:avLst>
          </a:prstGeom>
          <a:solidFill>
            <a:srgbClr val="134E3A"/>
          </a:solidFill>
          <a:ln w="19050">
            <a:solidFill>
              <a:srgbClr val="5AD1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선정 모델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606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Qwen2.5-VL-7B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17920" y="22860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한국어 VLM 중 최고 + 자유로운 Apache 라이선스 + 파인튜닝 용이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20440"/>
            <a:ext cx="91440" cy="1691640"/>
          </a:xfrm>
          <a:prstGeom prst="rect">
            <a:avLst/>
          </a:prstGeom>
          <a:solidFill>
            <a:srgbClr val="5AD1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높은 점수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114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합산 4.55/5 — 한국어 OCR·디자인 이해에서 DeepSeek·Llama를 모두 능가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352044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3520440"/>
            <a:ext cx="91440" cy="1691640"/>
          </a:xfrm>
          <a:prstGeom prst="rect">
            <a:avLst/>
          </a:prstGeom>
          <a:solidFill>
            <a:srgbClr val="5B9DF9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+ 저비용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셀프호스팅 가능 → 종량 과금 탈피, 데이터 외부 유출 없이 자체 학습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352044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520440"/>
            <a:ext cx="91440" cy="1691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 하이브리드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4114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취향 판단이 중요한 art_director는 GPT-5.5 유지, 대량 분석·OCR은 Qwen으로 이전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486400"/>
            <a:ext cx="1056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  </a:t>
            </a:r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45개 레퍼런스 템플릿을 GPT-5.5로 라벨링하여 Qwen2.5-VL 파인튜닝용 학습 데이터셋 구축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 발표 · AI 카드뉴스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carnews-insta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카드뉴스 서비스를 위한 VLM 선정</dc:title>
  <dc:subject>VLM 모델 비교 및 선정</dc:subject>
  <dc:creator>Hyunmin Han</dc:creator>
  <cp:lastModifiedBy>Hyunmin Han</cp:lastModifiedBy>
  <cp:revision>1</cp:revision>
  <dcterms:created xsi:type="dcterms:W3CDTF">2026-06-14T04:36:14Z</dcterms:created>
  <dcterms:modified xsi:type="dcterms:W3CDTF">2026-06-14T04:36:14Z</dcterms:modified>
</cp:coreProperties>
</file>