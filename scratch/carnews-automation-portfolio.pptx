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28803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146304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46304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347472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3474720"/>
            <a:ext cx="1371600" cy="17830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34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· AI AUTOMATION SaaS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빠르게,
</a:t>
            </a:r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카드뉴스는 자동으로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텍스트만 넣으면 완성되는 카드뉴스 — 1시간의 수작업을 5분으로 압축한 AI 콘텐츠 자동화 SaaS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1865376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54880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52928" y="475488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475488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4754880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47548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340096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4009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Fabric.js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06624" y="5340096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6624" y="53400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Prisma · Neon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Hyunmin Han · 1인 풀스택 기획·개발·배포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5989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OVERVIEW · 한 줄 요약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기획·요약·디자인까지 대신하는
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창작자용 카드뉴스 자동화 SaaS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풀스택 개발 · 배포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(1인 프로젝트)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3484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입력 → 카드뉴스 5장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생성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6118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Threads 조회수 13만 +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실고객 심층 인터뷰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“제가 직접 콘텐츠를 운영하며 겪고, 고객 인터뷰로 검증한 실제 문제에서 출발한 제품입니다.”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· 제작 병목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아이디어는 풍부하지만,
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 자체가 거대한 병목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기획 및 주제 선정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015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핵심 문구 요약 · 다듬기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968496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9684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장표별 텍스트 분할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354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디자인 템플릿 맞춤 작업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2743200"/>
            <a:ext cx="4572000" cy="2697480"/>
          </a:xfrm>
          <a:prstGeom prst="roundRect">
            <a:avLst>
              <a:gd name="adj" fmla="val 4746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108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디자이너가 없는 1인 창작자에게,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36118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반복 작업은 콘텐츠 생산을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가로막는 가장 큰 장벽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4846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꾸준한 업로드가 필수지만, 매번 1시간 가까이 소요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아이디어(풍부함)  →  4단계 수작업(병목)  →  최종 업로드(느림)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· 시장 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고빈도 콘텐츠가 필요하지만
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리소스가 없는 실무자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업로드 빈도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743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F7A45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519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42519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타깃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강사·교육 크리에이터 / 소상공인 SNS 운영자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브랜드 / 1인 마케터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디자인 리소스 없음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타깃 명확화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/ 매일 카드뉴스를 만들어야 하는 실무자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감각·인력은 부족하지만 브랜드 일관성은 필요</a:t>
            </a:r>
            <a:endParaRPr lang="en-US" sz="1450" dirty="0"/>
          </a:p>
          <a:p>
            <a:pPr marL="228600" indent="-228600">
              <a:lnSpc>
                <a:spcPct val="150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외주·도구 전환 비용이 부담되는 1인 운영 단위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· BEFORE / AFTER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1시간의 수작업을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5분의 자동화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압축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수작업 방식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/ 작성  </a:t>
            </a:r>
            <a:pPr indent="0" marL="0"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워드 프로세서 사용 · 20분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9502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/ 배치  </a:t>
            </a:r>
            <a:pPr indent="0" marL="0"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수동 복사·붙여넣기 · 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45171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의존도  </a:t>
            </a:r>
            <a:pPr indent="0" marL="0"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감각 혹은 디자이너 필수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516636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33333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166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소요 시간: 약 1시간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2697480"/>
            <a:ext cx="4983480" cy="3108960"/>
          </a:xfrm>
          <a:prstGeom prst="roundRect">
            <a:avLst>
              <a:gd name="adj" fmla="val 4118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80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SaaS 워크플로우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/ 작성  </a:t>
            </a:r>
            <a:pPr indent="0" marL="0">
              <a:buNone/>
            </a:pPr>
            <a:r>
              <a:rPr lang="en-US" sz="12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입력창 하나로 통합 · 3분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39502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/ 배치  </a:t>
            </a:r>
            <a:pPr indent="0" marL="0">
              <a:buNone/>
            </a:pPr>
            <a:r>
              <a:rPr lang="en-US" sz="12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슬라이드 분할·템플릿 자동 매핑 · 2분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5171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의존도  </a:t>
            </a:r>
            <a:pPr indent="0" marL="0">
              <a:buNone/>
            </a:pPr>
            <a:r>
              <a:rPr lang="en-US" sz="12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혼자서 즉시 완성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5166360"/>
            <a:ext cx="4434840" cy="45720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5166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소요 시간: 5분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IT WORKS · 지능형 엔진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사고 과정을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대신 수행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파이프라인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97484" y="30175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7484" y="3200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8924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텍스트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26284" y="3017520"/>
            <a:ext cx="347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28036" y="30175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8036" y="3200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19476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내용 요약 &amp;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톤앤매너 매핑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56836" y="3017520"/>
            <a:ext cx="347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58588" y="30175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8588" y="3200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0028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가독성용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분할 계산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87388" y="3017520"/>
            <a:ext cx="347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89140" y="30175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9140" y="3200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FABRIC.JS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80580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템플릿 매핑 &amp;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추천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17940" y="3017520"/>
            <a:ext cx="347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19692" y="3017520"/>
            <a:ext cx="1874520" cy="1828800"/>
          </a:xfrm>
          <a:prstGeom prst="roundRect">
            <a:avLst>
              <a:gd name="adj" fmla="val 6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9692" y="32004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11132" y="35204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카드뉴스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5장 렌더링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AI의 발전으로, 과거에는 불가능했던 '문맥 기반의 레이아웃 자동화'가 완전히 가능해졌습니다.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· 기술 스택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 · 백엔드 · AI · 배포까지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풀스택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0515600" cy="603504"/>
          </a:xfrm>
          <a:prstGeom prst="roundRect">
            <a:avLst>
              <a:gd name="adj" fmla="val 1818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9748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6974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 (App Router) · React 19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69748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Quick Test UX · Figma 스타일 캔버스 에디터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410712"/>
            <a:ext cx="10515600" cy="603504"/>
          </a:xfrm>
          <a:prstGeom prst="roundRect">
            <a:avLst>
              <a:gd name="adj" fmla="val 1818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1071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41071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Fabric.js (클라이언트 합성)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341071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객체 조작 · 스냅 · 텍스트 정밀 제어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10515600" cy="603504"/>
          </a:xfrm>
          <a:prstGeom prst="roundRect">
            <a:avLst>
              <a:gd name="adj" fmla="val 1818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2394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12394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GPT-4o Vision · GPT Image / DALL·E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412394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분석 · 요약·톤 매핑 · 이미지 생성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837176"/>
            <a:ext cx="10515600" cy="603504"/>
          </a:xfrm>
          <a:prstGeom prst="roundRect">
            <a:avLst>
              <a:gd name="adj" fmla="val 1818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3717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·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83717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Prisma 7 · PostgreSQL (Neon)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483717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GeneratedCard 스키마 · 마이그레이션 자동화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550408"/>
            <a:ext cx="10515600" cy="603504"/>
          </a:xfrm>
          <a:prstGeom prst="roundRect">
            <a:avLst>
              <a:gd name="adj" fmla="val 1818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55040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555040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 / Railway · Docker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555040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배포 · 환경변수 자동화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 · 가장 큰 기술 도전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 수정이 아니라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아키텍처를 통째로 전환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Puppeteer/Chromium 이미지 렌더가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배포(Railway)에서 반복 실패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crashpad · libnss3 · Node 버전 충돌 →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chromium-min → full → Node18 → Node20 …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끝없는 땜질의 악순환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4983480" cy="2834640"/>
          </a:xfrm>
          <a:prstGeom prst="roundRect">
            <a:avLst>
              <a:gd name="adj" fmla="val 4516"/>
            </a:avLst>
          </a:prstGeom>
          <a:solidFill>
            <a:srgbClr val="1C1C28"/>
          </a:solidFill>
          <a:ln w="19050">
            <a:solidFill>
              <a:srgbClr val="5AD1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329184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렌더링을 버리고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클라이언트 Fabric.js 합성으로 전환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인프라 의존성 제거 · 배포 안정화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즉각적인 미리보기 · 비용 절감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에디터 기능과 자연스럽게 통합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66928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08080C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669280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indent="0" marL="0">
              <a:buNone/>
            </a:pPr>
            <a:r>
              <a:rPr lang="en-US" sz="105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서버 Chromium 렌더 (crashpad·libnss3·Node 버전 지옥)     </a:t>
            </a:r>
            <a:pPr indent="0" marL="0">
              <a:buNone/>
            </a:pPr>
            <a:r>
              <a:rPr lang="en-US" sz="1050" dirty="0">
                <a:solidFill>
                  <a:srgbClr val="5AD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1050" dirty="0">
                <a:solidFill>
                  <a:srgbClr val="5AD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카드 렌더를 클라이언트 Fabric.js 합성으로 교체 (#19)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&amp; RESULTS · 개발 과정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페어 코딩으로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기획부터 배포까지 한 흐름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2일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골격을 거의 다 뽑은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 스프린트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749040" y="3703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이틀간 쌓인 커밋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(전체의 90%+)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13만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Threads 조회수로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검증한 시장 수요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274320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44000" y="37033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기획·프론트·백·AI·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풀스택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작업 방식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전환·반복 픽스를 AI에게 통째로 위임하고 사람은 방향을 결정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MCP로 디자인·DB·배포·문서를 한 창에서 연결한 '작업 비서' 워크플로우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웹·모바일에서 브랜치·PR까지 — 로컬 터미널 없이 어디서든 개발 진행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&amp; ROADMAP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단발성 툴이 아닌, </a:t>
            </a:r>
            <a:pPr algn="l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성장을 견인하는 구독 BM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Content Flywheel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제작 시간의 압도적 단축 (SaaS 사용)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콘텐츠 업로드 빈도 · 일관성 증가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SNS 조회수 · 인게이지먼트 성장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정기 구독 유지 및 락인(Lock-in)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매주 콘텐츠를 발행해야 하므로 '월간 구독 인프라'로 자리 잡습니다.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0" y="2743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320040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31927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5AD19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31927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0" y="3200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차세대 이미지 생성 엔진 · 캔버스 에디터 V2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858768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9776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5AD1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9776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38587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스키마 · Neon 연동 · 마이그레이션 자동화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517136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63600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63600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45171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보관함 — 생성 카드뉴스 영구 저장·개인 갤러리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5175504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529437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29437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E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517550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빌링 — 사용량 대시보드·구독 요금제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자동화 SaaS · 포트폴리오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시장 · 준비된 기술 · 이를 증명한 실행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디자인의 장벽을 허물고
</a:t>
            </a:r>
            <a:pPr algn="ctr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크리에이터가 되는 세상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Need · Tech Enabler · Founder Fit — 가장 빠르고 날카롭게 문제를 해결할 최적의 타이밍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5212080"/>
            <a:ext cx="1865376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5212080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521208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521208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10528" y="5212080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521208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5797296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579729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Fabric.js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5797296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57972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Prisma · Neon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95744" y="5797296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579729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Hyunmin Han · 2026   ·   감사합니다 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carnews-insta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카드뉴스 자동화 SaaS</dc:title>
  <dc:subject>AI 카드뉴스 자동화 SaaS — 포트폴리오</dc:subject>
  <dc:creator>Hyunmin Han</dc:creator>
  <cp:lastModifiedBy>Hyunmin Han</cp:lastModifiedBy>
  <cp:revision>1</cp:revision>
  <dcterms:created xsi:type="dcterms:W3CDTF">2026-06-12T11:21:14Z</dcterms:created>
  <dcterms:modified xsi:type="dcterms:W3CDTF">2026-06-12T11:21:14Z</dcterms:modified>
</cp:coreProperties>
</file>